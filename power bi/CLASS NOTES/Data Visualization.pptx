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Farook" userId="4038b48c786bb86b" providerId="LiveId" clId="{0B52632F-28E5-4CA9-BDBA-17B1C138D0FB}"/>
    <pc:docChg chg="addSld modSld">
      <pc:chgData name="Abdul Farook" userId="4038b48c786bb86b" providerId="LiveId" clId="{0B52632F-28E5-4CA9-BDBA-17B1C138D0FB}" dt="2025-01-31T09:17:44.129" v="20" actId="680"/>
      <pc:docMkLst>
        <pc:docMk/>
      </pc:docMkLst>
      <pc:sldChg chg="addSp modSp new mod">
        <pc:chgData name="Abdul Farook" userId="4038b48c786bb86b" providerId="LiveId" clId="{0B52632F-28E5-4CA9-BDBA-17B1C138D0FB}" dt="2025-01-31T09:14:01.392" v="3" actId="14100"/>
        <pc:sldMkLst>
          <pc:docMk/>
          <pc:sldMk cId="3130660860" sldId="270"/>
        </pc:sldMkLst>
        <pc:picChg chg="add mod">
          <ac:chgData name="Abdul Farook" userId="4038b48c786bb86b" providerId="LiveId" clId="{0B52632F-28E5-4CA9-BDBA-17B1C138D0FB}" dt="2025-01-31T09:14:01.392" v="3" actId="14100"/>
          <ac:picMkLst>
            <pc:docMk/>
            <pc:sldMk cId="3130660860" sldId="270"/>
            <ac:picMk id="5" creationId="{0625B512-D4B8-A71E-2F4D-44C1124C909F}"/>
          </ac:picMkLst>
        </pc:picChg>
      </pc:sldChg>
      <pc:sldChg chg="addSp modSp new mod">
        <pc:chgData name="Abdul Farook" userId="4038b48c786bb86b" providerId="LiveId" clId="{0B52632F-28E5-4CA9-BDBA-17B1C138D0FB}" dt="2025-01-31T09:14:44.569" v="7" actId="14100"/>
        <pc:sldMkLst>
          <pc:docMk/>
          <pc:sldMk cId="326927692" sldId="271"/>
        </pc:sldMkLst>
        <pc:picChg chg="add mod">
          <ac:chgData name="Abdul Farook" userId="4038b48c786bb86b" providerId="LiveId" clId="{0B52632F-28E5-4CA9-BDBA-17B1C138D0FB}" dt="2025-01-31T09:14:44.569" v="7" actId="14100"/>
          <ac:picMkLst>
            <pc:docMk/>
            <pc:sldMk cId="326927692" sldId="271"/>
            <ac:picMk id="5" creationId="{8BA1FBF8-A786-110F-9C2E-18940D0BE9B0}"/>
          </ac:picMkLst>
        </pc:picChg>
      </pc:sldChg>
      <pc:sldChg chg="addSp modSp new mod">
        <pc:chgData name="Abdul Farook" userId="4038b48c786bb86b" providerId="LiveId" clId="{0B52632F-28E5-4CA9-BDBA-17B1C138D0FB}" dt="2025-01-31T09:15:20.389" v="11" actId="14100"/>
        <pc:sldMkLst>
          <pc:docMk/>
          <pc:sldMk cId="2852794168" sldId="272"/>
        </pc:sldMkLst>
        <pc:picChg chg="add mod">
          <ac:chgData name="Abdul Farook" userId="4038b48c786bb86b" providerId="LiveId" clId="{0B52632F-28E5-4CA9-BDBA-17B1C138D0FB}" dt="2025-01-31T09:15:20.389" v="11" actId="14100"/>
          <ac:picMkLst>
            <pc:docMk/>
            <pc:sldMk cId="2852794168" sldId="272"/>
            <ac:picMk id="5" creationId="{523B4234-9D36-3505-9B4A-5B7F196825F2}"/>
          </ac:picMkLst>
        </pc:picChg>
      </pc:sldChg>
      <pc:sldChg chg="addSp modSp new mod">
        <pc:chgData name="Abdul Farook" userId="4038b48c786bb86b" providerId="LiveId" clId="{0B52632F-28E5-4CA9-BDBA-17B1C138D0FB}" dt="2025-01-31T09:16:00.346" v="15" actId="14100"/>
        <pc:sldMkLst>
          <pc:docMk/>
          <pc:sldMk cId="2923979222" sldId="273"/>
        </pc:sldMkLst>
        <pc:picChg chg="add mod">
          <ac:chgData name="Abdul Farook" userId="4038b48c786bb86b" providerId="LiveId" clId="{0B52632F-28E5-4CA9-BDBA-17B1C138D0FB}" dt="2025-01-31T09:16:00.346" v="15" actId="14100"/>
          <ac:picMkLst>
            <pc:docMk/>
            <pc:sldMk cId="2923979222" sldId="273"/>
            <ac:picMk id="5" creationId="{F986E705-684C-E5EA-25FC-D5CCF204125E}"/>
          </ac:picMkLst>
        </pc:picChg>
      </pc:sldChg>
      <pc:sldChg chg="addSp modSp new mod">
        <pc:chgData name="Abdul Farook" userId="4038b48c786bb86b" providerId="LiveId" clId="{0B52632F-28E5-4CA9-BDBA-17B1C138D0FB}" dt="2025-01-31T09:17:39.012" v="19" actId="14100"/>
        <pc:sldMkLst>
          <pc:docMk/>
          <pc:sldMk cId="991814390" sldId="274"/>
        </pc:sldMkLst>
        <pc:picChg chg="add mod">
          <ac:chgData name="Abdul Farook" userId="4038b48c786bb86b" providerId="LiveId" clId="{0B52632F-28E5-4CA9-BDBA-17B1C138D0FB}" dt="2025-01-31T09:17:39.012" v="19" actId="14100"/>
          <ac:picMkLst>
            <pc:docMk/>
            <pc:sldMk cId="991814390" sldId="274"/>
            <ac:picMk id="5" creationId="{7F1736A7-6B46-2230-5149-6FBAC90282A2}"/>
          </ac:picMkLst>
        </pc:picChg>
      </pc:sldChg>
      <pc:sldChg chg="new">
        <pc:chgData name="Abdul Farook" userId="4038b48c786bb86b" providerId="LiveId" clId="{0B52632F-28E5-4CA9-BDBA-17B1C138D0FB}" dt="2025-01-31T09:17:44.129" v="20" actId="680"/>
        <pc:sldMkLst>
          <pc:docMk/>
          <pc:sldMk cId="2551518998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16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35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40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90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2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00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1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26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68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15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31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899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03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07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84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220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4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2B04446-4976-4B22-A5FF-EDB63364637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C6FCD-7A3A-4ECC-ACB1-D960D305A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454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B356-AFCF-E2CA-5293-FB8F2B72A9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</a:rPr>
              <a:t>Data Visualization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0678A-E4DF-8755-1BBD-EF808E6EB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r">
              <a:buFont typeface="Wingdings" panose="05000000000000000000" pitchFamily="2" charset="2"/>
              <a:buChar char="q"/>
            </a:pPr>
            <a:r>
              <a:rPr lang="en-IN" dirty="0"/>
              <a:t>Matplotlib</a:t>
            </a:r>
          </a:p>
          <a:p>
            <a:pPr marL="342900" indent="-342900" algn="r">
              <a:buFont typeface="Wingdings" panose="05000000000000000000" pitchFamily="2" charset="2"/>
              <a:buChar char="q"/>
            </a:pPr>
            <a:r>
              <a:rPr lang="en-IN" dirty="0"/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248791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75F8-9BE8-F9D8-1EDB-3E2A6A8D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C3B3E-9EB7-52E9-1CFE-2FF267FB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4654D-728A-51E4-7B48-B9C8B3CC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3143"/>
            <a:ext cx="12192000" cy="767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4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0976-9D0C-53B4-F4D4-A2078DE1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0C109-769E-3107-9705-0C8559A91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486B6-7E88-A027-6476-CB519014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2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05081-3C5D-F7EF-3C8B-D2300FA0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65C1-52E0-031C-D5DC-68CDA541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A20CF-1FAC-12B9-BEA2-D62F4130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3286"/>
            <a:ext cx="12192000" cy="70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9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EB2A-2F23-14F8-C6D2-4100F0B0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55FF-F102-243D-6282-65F94421D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199CC-E638-608E-643E-A892662BF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7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CD18-EED4-5DB1-5ABB-1F903131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6760F-02B6-7C51-17F6-931FB3D91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085A4-EDBC-A6DE-DB8F-E607E394D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1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F411-6950-A3B9-62D1-A0289E35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D835-E242-183A-A676-059C14746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A174D-DCAF-A2AC-391E-147DC782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8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DB56-D9C8-45EC-FD7B-A69B5A6F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9267-ABE1-CF7C-3994-43E3BF5C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AD9E4-83BC-4F99-76D0-4A5E9C58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77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DEA5-1AF1-84C7-F591-462EAE45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1613F1-CCF8-02E2-3C10-C5C0E1F80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7999"/>
          </a:xfrm>
        </p:spPr>
      </p:pic>
    </p:spTree>
    <p:extLst>
      <p:ext uri="{BB962C8B-B14F-4D97-AF65-F5344CB8AC3E}">
        <p14:creationId xmlns:p14="http://schemas.microsoft.com/office/powerpoint/2010/main" val="35502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2669-CE02-D869-3412-62D1A0E8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F931-B9B9-2B81-34C9-E22CB2FFE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BB12E-09BF-B175-959B-A54C31D4D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5944"/>
            <a:ext cx="12192000" cy="70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D7AB-E96C-B305-B17B-0E61BA366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4D5A-AAF3-92A4-D75A-B896EE1A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772BA-191A-102E-74A7-F9972940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1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42CC-3566-2CB4-4A29-9E6E0532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C73F-A8C8-6DEE-129B-BEF2047E2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1EB57-8B3C-29E5-8B4E-A9C72F38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7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C4A6-2FAD-CC91-0D85-F6AE9C0B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5D441-B8C7-86FA-D966-B122F89B9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7BE36-8CE7-7EE1-4E63-D7F15663F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4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0025-C0C0-7D13-CE73-9FEF8766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460B-BB62-F014-306B-5EE59C69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F8C47-FE26-53B7-40CA-4152F954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2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78D3-70B8-4FF9-F26A-16F0CF0E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5442D-E0DD-08B6-F99B-84E5B901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5B512-D4B8-A71E-2F4D-44C1124C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60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CE87-BEA7-E98B-3A04-72BB3E7B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0DED-7E98-E442-DDAA-15668F981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1FBF8-A786-110F-9C2E-18940D0B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7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9ECE-4A06-FDB9-7F39-E11E6B4E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F727-DC2A-B783-04B6-4C8EF04E4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B4234-9D36-3505-9B4A-5B7F19682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9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0439-67D9-1F52-B494-AAE975A8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F9BE-3956-23D6-5EE6-89AC71EA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6E705-684C-E5EA-25FC-D5CCF204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79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2E10-FE42-A7CF-8B67-3E20C504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C2A6-1073-1BF1-7B15-06F536CF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736A7-6B46-2230-5149-6FBAC902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14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8321-F345-6199-4D8F-761F6EA3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0039-AF3C-DBBE-0BCC-868ABA427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518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339</TotalTime>
  <Words>4</Words>
  <Application>Microsoft Office PowerPoint</Application>
  <PresentationFormat>Widescreen</PresentationFormat>
  <Paragraphs>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Bahnschrift Condensed</vt:lpstr>
      <vt:lpstr>Century Gothic</vt:lpstr>
      <vt:lpstr>Wingdings</vt:lpstr>
      <vt:lpstr>Wingdings 3</vt:lpstr>
      <vt:lpstr>Ion</vt:lpstr>
      <vt:lpstr>Data Visualization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Farook</dc:creator>
  <cp:lastModifiedBy>Abdul Farook</cp:lastModifiedBy>
  <cp:revision>1</cp:revision>
  <dcterms:created xsi:type="dcterms:W3CDTF">2025-01-31T03:38:13Z</dcterms:created>
  <dcterms:modified xsi:type="dcterms:W3CDTF">2025-01-31T09:17:49Z</dcterms:modified>
</cp:coreProperties>
</file>